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38" d="100"/>
          <a:sy n="138" d="100"/>
        </p:scale>
        <p:origin x="17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AF84-AF8E-5580-AF1B-526B03C39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90967-126C-4849-3AB4-FF42FE9CC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41193-DC6C-9707-C013-D0A99DE6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436E-41FB-0DBA-53B4-4C72CB80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C5C14-E9F6-572D-4B76-641B83BA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9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8011-A5EF-AA93-67A4-E95AA4E8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92BFF-E842-FFB1-DFBA-1AF2247C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B0FF3-263F-3146-1DD0-52D43A3E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B7E31-95D2-F07B-AA9A-BAE696D9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9EEF5-BD10-1A51-BC8F-956708CB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7CD0-A112-44D9-0DE9-784CCE59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61B6-1586-4BBE-8A3F-D3E1C5A33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19CD8-5714-1A36-4198-63B82834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6DA5D-5CDB-C16D-5C7E-C0262FBF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CC571-51FB-F6EF-ECE2-41015FDC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EBC98-7CEC-B10A-6A0F-7542716A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C5C8-F6CE-73B3-3B53-6DDB0308D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91B26-6BA8-4704-3E6E-7BDAB6CA2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988C1-3985-74B8-96DC-DE8AE5F1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D587D-8D2F-99BC-C29C-24A8AFD24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33590-42D4-5F6C-F6DE-26154ABF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8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A7B3-CB78-CFC9-BD77-473BB15C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08C3E-D687-725C-034E-FFB5ECEF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CB5F3-8023-9C34-EF86-F410C69C5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CBD9D-9D8D-9147-F6AC-C57045704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A0921-1FE5-8F74-3E4A-DBAF36AAE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FCB24-B0C8-D840-FB07-4F17C4E4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906DFE-4C32-B5DB-39E1-4FE1877A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6B562-DFC9-8CD0-6A31-89D6C230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3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2900-FD9E-5A4E-C678-6FD64B61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77E74-9AD2-9C28-B654-0DEFF11D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399C2-D208-91EB-C20C-8C972B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2874B-CD69-5CF0-41D4-F66FC3ED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023CC-177C-96A0-4797-CB7DC83F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D7AAF-B8DB-B03D-FCEF-A4FB426C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A8FAA-EA1D-F2A1-640D-D2B7B607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3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7184-8C8B-D366-DA2D-E131CE76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3625B-8202-3346-D05F-2E611FB3C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FF310-3666-938C-5748-DF3257ECE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83F9-8639-98F2-CAA9-EDA4EBA7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20C3F-9BFF-EC41-C824-083BBC0E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676E6-690F-D02D-836A-10DD65BD0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4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5F24-2CE2-3E7B-1676-0557A96B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66840-B319-CEE4-D657-C1F02AD6A7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1457C-02C2-9E86-63C2-0DEC27136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C997C-2A63-2F6D-66A5-3866DE91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A7FA6-023F-DCE9-73BE-457C445E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51B37-5756-B736-7FCC-55E1E7A69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9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F33E-4766-1CE0-6B3E-3F493F85D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49B0D-996D-4615-862C-DA40A022C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E2E9D-80FB-9F15-D833-D86DDCF39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8E85-0226-5A74-FD84-7FBA18B2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2238-A7C2-9C69-DCA6-AE910DB6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3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BF314-1EA3-1D12-D506-EF533862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0D722-4AFC-FA27-AAEB-3328EA45C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690F3-AEC7-D1BD-2EA0-5C80BE4B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6DCBC-84E4-2AEE-7C13-CFE869CA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0781F-CFEB-A991-A5D3-7ABB5FF3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0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52983-88DF-814C-5A75-2BAFC0CE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B7DB5-2C92-B23A-BEA4-D8859F9B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29B26-3A27-FABA-65E4-FF37D51C9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754C9-182F-2741-9459-3A0DA190822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840E-A3E1-5184-B908-C750FA1F1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0FEEF-CBCC-0672-6484-F21A66A22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FBDD-C822-EE4A-8897-D2162FA29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4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aph with lines and a line in the middle&#10;&#10;AI-generated content may be incorrect.">
            <a:extLst>
              <a:ext uri="{FF2B5EF4-FFF2-40B4-BE49-F238E27FC236}">
                <a16:creationId xmlns:a16="http://schemas.microsoft.com/office/drawing/2014/main" id="{70F1847C-8511-D517-291D-E25EDD40F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46" y="674254"/>
            <a:ext cx="8453360" cy="1052945"/>
          </a:xfrm>
          <a:prstGeom prst="rect">
            <a:avLst/>
          </a:prstGeom>
        </p:spPr>
      </p:pic>
      <p:pic>
        <p:nvPicPr>
          <p:cNvPr id="24" name="Picture 23" descr="A graph showing a line of a graph&#10;&#10;AI-generated content may be incorrect.">
            <a:extLst>
              <a:ext uri="{FF2B5EF4-FFF2-40B4-BE49-F238E27FC236}">
                <a16:creationId xmlns:a16="http://schemas.microsoft.com/office/drawing/2014/main" id="{302A9F59-2048-1A0E-3408-A9C9E9DD2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94" y="1727199"/>
            <a:ext cx="8122730" cy="199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48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Regis John</dc:creator>
  <cp:lastModifiedBy>Regis John</cp:lastModifiedBy>
  <cp:revision>1</cp:revision>
  <dcterms:created xsi:type="dcterms:W3CDTF">2025-10-31T21:08:21Z</dcterms:created>
  <dcterms:modified xsi:type="dcterms:W3CDTF">2025-10-31T21:34:37Z</dcterms:modified>
</cp:coreProperties>
</file>